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audio" Target="../media/media-1-3.mp3"/><Relationship Id="rId4" Type="http://schemas.microsoft.com/office/2007/relationships/media" Target="../media/media-1-3.mp3"/><Relationship Id="rId5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slide" Target="slide3.xml"/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audio" Target="../media/media-2-3.mp3"/><Relationship Id="rId4" Type="http://schemas.microsoft.com/office/2007/relationships/media" Target="../media/media-2-3.mp3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audio" Target="../media/media-2-7.mp3"/><Relationship Id="rId8" Type="http://schemas.microsoft.com/office/2007/relationships/media" Target="../media/media-2-7.mp3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audio" Target="../media/media-2-11.mp3"/><Relationship Id="rId12" Type="http://schemas.microsoft.com/office/2007/relationships/media" Target="../media/media-2-11.mp3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audio" Target="../media/media-2-15.mp3"/><Relationship Id="rId16" Type="http://schemas.microsoft.com/office/2007/relationships/media" Target="../media/media-2-15.mp3"/><Relationship Id="rId17" Type="http://schemas.openxmlformats.org/officeDocument/2006/relationships/image" Target="../media/image-2-17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0" Type="http://schemas.openxmlformats.org/officeDocument/2006/relationships/slide" Target="slide4.xml"/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audio" Target="../media/media-3-3.mp3"/><Relationship Id="rId4" Type="http://schemas.microsoft.com/office/2007/relationships/media" Target="../media/media-3-3.mp3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audio" Target="../media/media-3-7.mp3"/><Relationship Id="rId8" Type="http://schemas.microsoft.com/office/2007/relationships/media" Target="../media/media-3-7.mp3"/><Relationship Id="rId9" Type="http://schemas.openxmlformats.org/officeDocument/2006/relationships/image" Target="../media/image-3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8.xml"/><Relationship Id="rId6" Type="http://schemas.openxmlformats.org/officeDocument/2006/relationships/slide" Target="slide11.xml"/><Relationship Id="rId7" Type="http://schemas.openxmlformats.org/officeDocument/2006/relationships/slide" Target="slide11.xml"/><Relationship Id="rId8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7.xml"/><Relationship Id="rId11" Type="http://schemas.openxmlformats.org/officeDocument/2006/relationships/slide" Target="slide17.xml"/><Relationship Id="rId16" Type="http://schemas.openxmlformats.org/officeDocument/2006/relationships/slide" Target="slide20.xml"/><Relationship Id="rId1" Type="http://schemas.openxmlformats.org/officeDocument/2006/relationships/image" Target="../media/Slide-4-image-1.jpeg"/><Relationship Id="rId12" Type="http://schemas.openxmlformats.org/officeDocument/2006/relationships/image" Target="../media/image-4-2.png"/><Relationship Id="rId13" Type="http://schemas.openxmlformats.org/officeDocument/2006/relationships/audio" Target="../media/media-4-3.mp3"/><Relationship Id="rId14" Type="http://schemas.microsoft.com/office/2007/relationships/media" Target="../media/media-4-3.mp3"/><Relationship Id="rId15" Type="http://schemas.openxmlformats.org/officeDocument/2006/relationships/image" Target="../media/image-4-5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9" Type="http://schemas.openxmlformats.org/officeDocument/2006/relationships/slide" Target="slide6.xml"/><Relationship Id="rId1" Type="http://schemas.openxmlformats.org/officeDocument/2006/relationships/image" Target="../media/Slide-5-image-1.jpeg"/><Relationship Id="rId3" Type="http://schemas.openxmlformats.org/officeDocument/2006/relationships/audio" Target="../media/media-5-2.mp3"/><Relationship Id="rId4" Type="http://schemas.microsoft.com/office/2007/relationships/media" Target="../media/media-5-2.mp3"/><Relationship Id="rId5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audio" Target="../media/media-5-6.mp3"/><Relationship Id="rId8" Type="http://schemas.microsoft.com/office/2007/relationships/media" Target="../media/media-5-6.mp3"/><Relationship Id="rId9" Type="http://schemas.openxmlformats.org/officeDocument/2006/relationships/image" Target="../media/image-5-8.png"/><Relationship Id="rId10" Type="http://schemas.openxmlformats.org/officeDocument/2006/relationships/audio" Target="../media/media-5-9.mp3"/><Relationship Id="rId11" Type="http://schemas.microsoft.com/office/2007/relationships/media" Target="../media/media-5-9.mp3"/><Relationship Id="rId12" Type="http://schemas.openxmlformats.org/officeDocument/2006/relationships/image" Target="../media/image-5-11.png"/><Relationship Id="rId13" Type="http://schemas.openxmlformats.org/officeDocument/2006/relationships/audio" Target="../media/media-5-12.mp3"/><Relationship Id="rId14" Type="http://schemas.microsoft.com/office/2007/relationships/media" Target="../media/media-5-12.mp3"/><Relationship Id="rId15" Type="http://schemas.openxmlformats.org/officeDocument/2006/relationships/image" Target="../media/image-5-14.png"/><Relationship Id="rId16" Type="http://schemas.openxmlformats.org/officeDocument/2006/relationships/audio" Target="../media/media-5-15.mp3"/><Relationship Id="rId17" Type="http://schemas.microsoft.com/office/2007/relationships/media" Target="../media/media-5-15.mp3"/><Relationship Id="rId18" Type="http://schemas.openxmlformats.org/officeDocument/2006/relationships/image" Target="../media/image-5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0" Type="http://schemas.openxmlformats.org/officeDocument/2006/relationships/slide" Target="slide8.xml"/><Relationship Id="rId11" Type="http://schemas.openxmlformats.org/officeDocument/2006/relationships/slide" Target="slide8.xml"/><Relationship Id="rId12" Type="http://schemas.openxmlformats.org/officeDocument/2006/relationships/slide" Target="slide7.xml"/><Relationship Id="rId13" Type="http://schemas.openxmlformats.org/officeDocument/2006/relationships/slide" Target="slide7.xml"/><Relationship Id="rId14" Type="http://schemas.openxmlformats.org/officeDocument/2006/relationships/slide" Target="slide7.xml"/><Relationship Id="rId15" Type="http://schemas.openxmlformats.org/officeDocument/2006/relationships/slide" Target="slide7.xml"/><Relationship Id="rId1" Type="http://schemas.openxmlformats.org/officeDocument/2006/relationships/image" Target="../media/Slide-6-image-1.jpeg"/><Relationship Id="rId3" Type="http://schemas.openxmlformats.org/officeDocument/2006/relationships/image" Target="../media/image-6-2.png"/><Relationship Id="rId4" Type="http://schemas.openxmlformats.org/officeDocument/2006/relationships/audio" Target="../media/media-6-3.mp3"/><Relationship Id="rId5" Type="http://schemas.microsoft.com/office/2007/relationships/media" Target="../media/media-6-3.mp3"/><Relationship Id="rId6" Type="http://schemas.openxmlformats.org/officeDocument/2006/relationships/image" Target="../media/image-6-5.pn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" Target="slide6.xml"/><Relationship Id="rId7" Type="http://schemas.openxmlformats.org/officeDocument/2006/relationships/slide" Target="slide4.xml"/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audio" Target="../media/media-7-3.mp3"/><Relationship Id="rId4" Type="http://schemas.microsoft.com/office/2007/relationships/media" Target="../media/media-7-3.mp3"/><Relationship Id="rId5" Type="http://schemas.openxmlformats.org/officeDocument/2006/relationships/image" Target="../media/image-7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9" Type="http://schemas.openxmlformats.org/officeDocument/2006/relationships/slide" Target="slide9.xml"/><Relationship Id="rId1" Type="http://schemas.openxmlformats.org/officeDocument/2006/relationships/image" Target="../media/Slide-8-image-1.jpeg"/><Relationship Id="rId3" Type="http://schemas.openxmlformats.org/officeDocument/2006/relationships/audio" Target="../media/media-8-2.mp3"/><Relationship Id="rId4" Type="http://schemas.microsoft.com/office/2007/relationships/media" Target="../media/media-8-2.mp3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audio" Target="../media/media-8-6.mp3"/><Relationship Id="rId8" Type="http://schemas.microsoft.com/office/2007/relationships/media" Target="../media/media-8-6.mp3"/><Relationship Id="rId9" Type="http://schemas.openxmlformats.org/officeDocument/2006/relationships/image" Target="../media/image-8-8.png"/><Relationship Id="rId10" Type="http://schemas.openxmlformats.org/officeDocument/2006/relationships/audio" Target="../media/media-8-9.mp3"/><Relationship Id="rId11" Type="http://schemas.microsoft.com/office/2007/relationships/media" Target="../media/media-8-9.mp3"/><Relationship Id="rId12" Type="http://schemas.openxmlformats.org/officeDocument/2006/relationships/image" Target="../media/image-8-11.png"/><Relationship Id="rId13" Type="http://schemas.openxmlformats.org/officeDocument/2006/relationships/audio" Target="../media/media-8-12.mp3"/><Relationship Id="rId14" Type="http://schemas.microsoft.com/office/2007/relationships/media" Target="../media/media-8-12.mp3"/><Relationship Id="rId15" Type="http://schemas.openxmlformats.org/officeDocument/2006/relationships/image" Target="../media/image-8-14.png"/><Relationship Id="rId16" Type="http://schemas.openxmlformats.org/officeDocument/2006/relationships/audio" Target="../media/media-8-15.mp3"/><Relationship Id="rId17" Type="http://schemas.microsoft.com/office/2007/relationships/media" Target="../media/media-8-15.mp3"/><Relationship Id="rId18" Type="http://schemas.openxmlformats.org/officeDocument/2006/relationships/image" Target="../media/image-8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0" Type="http://schemas.openxmlformats.org/officeDocument/2006/relationships/slide" Target="slide11.xml"/><Relationship Id="rId11" Type="http://schemas.openxmlformats.org/officeDocument/2006/relationships/slide" Target="slide11.xml"/><Relationship Id="rId12" Type="http://schemas.openxmlformats.org/officeDocument/2006/relationships/slide" Target="slide10.xml"/><Relationship Id="rId13" Type="http://schemas.openxmlformats.org/officeDocument/2006/relationships/slide" Target="slide10.xml"/><Relationship Id="rId14" Type="http://schemas.openxmlformats.org/officeDocument/2006/relationships/slide" Target="slide10.xml"/><Relationship Id="rId15" Type="http://schemas.openxmlformats.org/officeDocument/2006/relationships/slide" Target="slide10.xml"/><Relationship Id="rId1" Type="http://schemas.openxmlformats.org/officeDocument/2006/relationships/image" Target="../media/Slide-9-image-1.jpeg"/><Relationship Id="rId3" Type="http://schemas.openxmlformats.org/officeDocument/2006/relationships/image" Target="../media/image-9-2.png"/><Relationship Id="rId4" Type="http://schemas.openxmlformats.org/officeDocument/2006/relationships/audio" Target="../media/media-9-3.mp3"/><Relationship Id="rId5" Type="http://schemas.microsoft.com/office/2007/relationships/media" Target="../media/media-9-3.mp3"/><Relationship Id="rId6" Type="http://schemas.openxmlformats.org/officeDocument/2006/relationships/image" Target="../media/image-9-5.png"/><Relationship Id="rId7" Type="http://schemas.openxmlformats.org/officeDocument/2006/relationships/audio" Target="../media/media-9-6.mp3"/><Relationship Id="rId8" Type="http://schemas.microsoft.com/office/2007/relationships/media" Target="../media/media-9-6.mp3"/><Relationship Id="rId9" Type="http://schemas.openxmlformats.org/officeDocument/2006/relationships/image" Target="../media/image-9-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" Target="slide9.xml"/><Relationship Id="rId7" Type="http://schemas.openxmlformats.org/officeDocument/2006/relationships/slide" Target="slide4.xml"/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audio" Target="../media/media-10-3.mp3"/><Relationship Id="rId4" Type="http://schemas.microsoft.com/office/2007/relationships/media" Target="../media/media-10-3.mp3"/><Relationship Id="rId5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9" Type="http://schemas.openxmlformats.org/officeDocument/2006/relationships/slide" Target="slide12.xml"/><Relationship Id="rId1" Type="http://schemas.openxmlformats.org/officeDocument/2006/relationships/image" Target="../media/Slide-11-image-1.jpeg"/><Relationship Id="rId3" Type="http://schemas.openxmlformats.org/officeDocument/2006/relationships/audio" Target="../media/media-11-2.mp3"/><Relationship Id="rId4" Type="http://schemas.microsoft.com/office/2007/relationships/media" Target="../media/media-11-2.mp3"/><Relationship Id="rId5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audio" Target="../media/media-11-6.mp3"/><Relationship Id="rId8" Type="http://schemas.microsoft.com/office/2007/relationships/media" Target="../media/media-11-6.mp3"/><Relationship Id="rId9" Type="http://schemas.openxmlformats.org/officeDocument/2006/relationships/image" Target="../media/image-11-8.png"/><Relationship Id="rId10" Type="http://schemas.openxmlformats.org/officeDocument/2006/relationships/audio" Target="../media/media-11-9.mp3"/><Relationship Id="rId11" Type="http://schemas.microsoft.com/office/2007/relationships/media" Target="../media/media-11-9.mp3"/><Relationship Id="rId12" Type="http://schemas.openxmlformats.org/officeDocument/2006/relationships/image" Target="../media/image-11-11.png"/><Relationship Id="rId13" Type="http://schemas.openxmlformats.org/officeDocument/2006/relationships/audio" Target="../media/media-11-12.mp3"/><Relationship Id="rId14" Type="http://schemas.microsoft.com/office/2007/relationships/media" Target="../media/media-11-12.mp3"/><Relationship Id="rId15" Type="http://schemas.openxmlformats.org/officeDocument/2006/relationships/image" Target="../media/image-11-14.png"/><Relationship Id="rId16" Type="http://schemas.openxmlformats.org/officeDocument/2006/relationships/audio" Target="../media/media-11-15.mp3"/><Relationship Id="rId17" Type="http://schemas.microsoft.com/office/2007/relationships/media" Target="../media/media-11-15.mp3"/><Relationship Id="rId18" Type="http://schemas.openxmlformats.org/officeDocument/2006/relationships/image" Target="../media/image-11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0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3.xml"/><Relationship Id="rId13" Type="http://schemas.openxmlformats.org/officeDocument/2006/relationships/slide" Target="slide13.xml"/><Relationship Id="rId14" Type="http://schemas.openxmlformats.org/officeDocument/2006/relationships/slide" Target="slide13.xml"/><Relationship Id="rId15" Type="http://schemas.openxmlformats.org/officeDocument/2006/relationships/slide" Target="slide13.xml"/><Relationship Id="rId1" Type="http://schemas.openxmlformats.org/officeDocument/2006/relationships/image" Target="../media/Slide-12-image-1.jpeg"/><Relationship Id="rId3" Type="http://schemas.openxmlformats.org/officeDocument/2006/relationships/image" Target="../media/image-12-2.png"/><Relationship Id="rId4" Type="http://schemas.openxmlformats.org/officeDocument/2006/relationships/audio" Target="../media/media-12-3.mp3"/><Relationship Id="rId5" Type="http://schemas.microsoft.com/office/2007/relationships/media" Target="../media/media-12-3.mp3"/><Relationship Id="rId6" Type="http://schemas.openxmlformats.org/officeDocument/2006/relationships/image" Target="../media/image-12-5.png"/><Relationship Id="rId7" Type="http://schemas.openxmlformats.org/officeDocument/2006/relationships/audio" Target="../media/media-12-6.mp3"/><Relationship Id="rId8" Type="http://schemas.microsoft.com/office/2007/relationships/media" Target="../media/media-12-6.mp3"/><Relationship Id="rId9" Type="http://schemas.openxmlformats.org/officeDocument/2006/relationships/image" Target="../media/image-12-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" Target="slide12.xml"/><Relationship Id="rId7" Type="http://schemas.openxmlformats.org/officeDocument/2006/relationships/slide" Target="slide4.xml"/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audio" Target="../media/media-13-3.mp3"/><Relationship Id="rId4" Type="http://schemas.microsoft.com/office/2007/relationships/media" Target="../media/media-13-3.mp3"/><Relationship Id="rId5" Type="http://schemas.openxmlformats.org/officeDocument/2006/relationships/image" Target="../media/image-13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9" Type="http://schemas.openxmlformats.org/officeDocument/2006/relationships/slide" Target="slide15.xml"/><Relationship Id="rId1" Type="http://schemas.openxmlformats.org/officeDocument/2006/relationships/image" Target="../media/Slide-14-image-1.jpeg"/><Relationship Id="rId3" Type="http://schemas.openxmlformats.org/officeDocument/2006/relationships/audio" Target="../media/media-14-2.mp3"/><Relationship Id="rId4" Type="http://schemas.microsoft.com/office/2007/relationships/media" Target="../media/media-14-2.mp3"/><Relationship Id="rId5" Type="http://schemas.openxmlformats.org/officeDocument/2006/relationships/image" Target="../media/image-14-4.png"/><Relationship Id="rId6" Type="http://schemas.openxmlformats.org/officeDocument/2006/relationships/image" Target="../media/image-14-5.png"/><Relationship Id="rId7" Type="http://schemas.openxmlformats.org/officeDocument/2006/relationships/audio" Target="../media/media-14-6.mp3"/><Relationship Id="rId8" Type="http://schemas.microsoft.com/office/2007/relationships/media" Target="../media/media-14-6.mp3"/><Relationship Id="rId9" Type="http://schemas.openxmlformats.org/officeDocument/2006/relationships/image" Target="../media/image-14-8.png"/><Relationship Id="rId10" Type="http://schemas.openxmlformats.org/officeDocument/2006/relationships/audio" Target="../media/media-14-9.mp3"/><Relationship Id="rId11" Type="http://schemas.microsoft.com/office/2007/relationships/media" Target="../media/media-14-9.mp3"/><Relationship Id="rId12" Type="http://schemas.openxmlformats.org/officeDocument/2006/relationships/image" Target="../media/image-14-11.png"/><Relationship Id="rId13" Type="http://schemas.openxmlformats.org/officeDocument/2006/relationships/audio" Target="../media/media-14-12.mp3"/><Relationship Id="rId14" Type="http://schemas.microsoft.com/office/2007/relationships/media" Target="../media/media-14-12.mp3"/><Relationship Id="rId15" Type="http://schemas.openxmlformats.org/officeDocument/2006/relationships/image" Target="../media/image-14-14.png"/><Relationship Id="rId16" Type="http://schemas.openxmlformats.org/officeDocument/2006/relationships/audio" Target="../media/media-14-15.mp3"/><Relationship Id="rId17" Type="http://schemas.microsoft.com/office/2007/relationships/media" Target="../media/media-14-15.mp3"/><Relationship Id="rId18" Type="http://schemas.openxmlformats.org/officeDocument/2006/relationships/image" Target="../media/image-14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0" Type="http://schemas.openxmlformats.org/officeDocument/2006/relationships/slide" Target="slide17.xml"/><Relationship Id="rId11" Type="http://schemas.openxmlformats.org/officeDocument/2006/relationships/slide" Target="slide17.xml"/><Relationship Id="rId12" Type="http://schemas.openxmlformats.org/officeDocument/2006/relationships/slide" Target="slide16.xml"/><Relationship Id="rId13" Type="http://schemas.openxmlformats.org/officeDocument/2006/relationships/slide" Target="slide16.xml"/><Relationship Id="rId14" Type="http://schemas.openxmlformats.org/officeDocument/2006/relationships/slide" Target="slide16.xml"/><Relationship Id="rId15" Type="http://schemas.openxmlformats.org/officeDocument/2006/relationships/slide" Target="slide16.xml"/><Relationship Id="rId1" Type="http://schemas.openxmlformats.org/officeDocument/2006/relationships/image" Target="../media/Slide-15-image-1.jpeg"/><Relationship Id="rId3" Type="http://schemas.openxmlformats.org/officeDocument/2006/relationships/image" Target="../media/image-15-2.png"/><Relationship Id="rId4" Type="http://schemas.openxmlformats.org/officeDocument/2006/relationships/audio" Target="../media/media-15-3.mp3"/><Relationship Id="rId5" Type="http://schemas.microsoft.com/office/2007/relationships/media" Target="../media/media-15-3.mp3"/><Relationship Id="rId6" Type="http://schemas.openxmlformats.org/officeDocument/2006/relationships/image" Target="../media/image-15-5.png"/><Relationship Id="rId7" Type="http://schemas.openxmlformats.org/officeDocument/2006/relationships/audio" Target="../media/media-15-6.mp3"/><Relationship Id="rId8" Type="http://schemas.microsoft.com/office/2007/relationships/media" Target="../media/media-15-6.mp3"/><Relationship Id="rId9" Type="http://schemas.openxmlformats.org/officeDocument/2006/relationships/image" Target="../media/image-15-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" Target="slide15.xml"/><Relationship Id="rId7" Type="http://schemas.openxmlformats.org/officeDocument/2006/relationships/slide" Target="slide4.xml"/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audio" Target="../media/media-16-3.mp3"/><Relationship Id="rId4" Type="http://schemas.microsoft.com/office/2007/relationships/media" Target="../media/media-16-3.mp3"/><Relationship Id="rId5" Type="http://schemas.openxmlformats.org/officeDocument/2006/relationships/image" Target="../media/image-16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9" Type="http://schemas.openxmlformats.org/officeDocument/2006/relationships/slide" Target="slide18.xml"/><Relationship Id="rId1" Type="http://schemas.openxmlformats.org/officeDocument/2006/relationships/image" Target="../media/Slide-17-image-1.jpeg"/><Relationship Id="rId3" Type="http://schemas.openxmlformats.org/officeDocument/2006/relationships/audio" Target="../media/media-17-2.mp3"/><Relationship Id="rId4" Type="http://schemas.microsoft.com/office/2007/relationships/media" Target="../media/media-17-2.mp3"/><Relationship Id="rId5" Type="http://schemas.openxmlformats.org/officeDocument/2006/relationships/image" Target="../media/image-17-4.png"/><Relationship Id="rId6" Type="http://schemas.openxmlformats.org/officeDocument/2006/relationships/image" Target="../media/image-17-5.png"/><Relationship Id="rId7" Type="http://schemas.openxmlformats.org/officeDocument/2006/relationships/audio" Target="../media/media-17-6.mp3"/><Relationship Id="rId8" Type="http://schemas.microsoft.com/office/2007/relationships/media" Target="../media/media-17-6.mp3"/><Relationship Id="rId9" Type="http://schemas.openxmlformats.org/officeDocument/2006/relationships/image" Target="../media/image-17-8.png"/><Relationship Id="rId10" Type="http://schemas.openxmlformats.org/officeDocument/2006/relationships/audio" Target="../media/media-17-9.mp3"/><Relationship Id="rId11" Type="http://schemas.microsoft.com/office/2007/relationships/media" Target="../media/media-17-9.mp3"/><Relationship Id="rId12" Type="http://schemas.openxmlformats.org/officeDocument/2006/relationships/image" Target="../media/image-17-11.png"/><Relationship Id="rId13" Type="http://schemas.openxmlformats.org/officeDocument/2006/relationships/audio" Target="../media/media-17-12.mp3"/><Relationship Id="rId14" Type="http://schemas.microsoft.com/office/2007/relationships/media" Target="../media/media-17-12.mp3"/><Relationship Id="rId15" Type="http://schemas.openxmlformats.org/officeDocument/2006/relationships/image" Target="../media/image-17-14.png"/><Relationship Id="rId16" Type="http://schemas.openxmlformats.org/officeDocument/2006/relationships/audio" Target="../media/media-17-15.mp3"/><Relationship Id="rId17" Type="http://schemas.microsoft.com/office/2007/relationships/media" Target="../media/media-17-15.mp3"/><Relationship Id="rId18" Type="http://schemas.openxmlformats.org/officeDocument/2006/relationships/image" Target="../media/image-17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0" Type="http://schemas.openxmlformats.org/officeDocument/2006/relationships/slide" Target="slide20.xml"/><Relationship Id="rId11" Type="http://schemas.openxmlformats.org/officeDocument/2006/relationships/slide" Target="slide20.xml"/><Relationship Id="rId12" Type="http://schemas.openxmlformats.org/officeDocument/2006/relationships/slide" Target="slide19.xml"/><Relationship Id="rId13" Type="http://schemas.openxmlformats.org/officeDocument/2006/relationships/slide" Target="slide19.xml"/><Relationship Id="rId14" Type="http://schemas.openxmlformats.org/officeDocument/2006/relationships/slide" Target="slide19.xml"/><Relationship Id="rId15" Type="http://schemas.openxmlformats.org/officeDocument/2006/relationships/slide" Target="slide19.xml"/><Relationship Id="rId1" Type="http://schemas.openxmlformats.org/officeDocument/2006/relationships/image" Target="../media/Slide-18-image-1.jpeg"/><Relationship Id="rId3" Type="http://schemas.openxmlformats.org/officeDocument/2006/relationships/image" Target="../media/image-18-2.png"/><Relationship Id="rId4" Type="http://schemas.openxmlformats.org/officeDocument/2006/relationships/audio" Target="../media/media-18-3.mp3"/><Relationship Id="rId5" Type="http://schemas.microsoft.com/office/2007/relationships/media" Target="../media/media-18-3.mp3"/><Relationship Id="rId6" Type="http://schemas.openxmlformats.org/officeDocument/2006/relationships/image" Target="../media/image-18-5.png"/><Relationship Id="rId7" Type="http://schemas.openxmlformats.org/officeDocument/2006/relationships/audio" Target="../media/media-18-6.mp3"/><Relationship Id="rId8" Type="http://schemas.microsoft.com/office/2007/relationships/media" Target="../media/media-18-6.mp3"/><Relationship Id="rId9" Type="http://schemas.openxmlformats.org/officeDocument/2006/relationships/image" Target="../media/image-18-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" Target="slide18.xml"/><Relationship Id="rId7" Type="http://schemas.openxmlformats.org/officeDocument/2006/relationships/slide" Target="slide4.xml"/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audio" Target="../media/media-19-3.mp3"/><Relationship Id="rId4" Type="http://schemas.microsoft.com/office/2007/relationships/media" Target="../media/media-19-3.mp3"/><Relationship Id="rId5" Type="http://schemas.openxmlformats.org/officeDocument/2006/relationships/image" Target="../media/image-19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0" Type="http://schemas.openxmlformats.org/officeDocument/2006/relationships/slide" Target="slide22.xml"/><Relationship Id="rId11" Type="http://schemas.openxmlformats.org/officeDocument/2006/relationships/slide" Target="slide22.xml"/><Relationship Id="rId12" Type="http://schemas.openxmlformats.org/officeDocument/2006/relationships/slide" Target="slide22.xml"/><Relationship Id="rId13" Type="http://schemas.openxmlformats.org/officeDocument/2006/relationships/slide" Target="slide21.xml"/><Relationship Id="rId14" Type="http://schemas.openxmlformats.org/officeDocument/2006/relationships/slide" Target="slide21.xml"/><Relationship Id="rId15" Type="http://schemas.openxmlformats.org/officeDocument/2006/relationships/slide" Target="slide21.xml"/><Relationship Id="rId1" Type="http://schemas.openxmlformats.org/officeDocument/2006/relationships/image" Target="../media/Slide-20-image-1.jpeg"/><Relationship Id="rId3" Type="http://schemas.openxmlformats.org/officeDocument/2006/relationships/image" Target="../media/image-20-2.png"/><Relationship Id="rId4" Type="http://schemas.openxmlformats.org/officeDocument/2006/relationships/audio" Target="../media/media-20-3.mp3"/><Relationship Id="rId5" Type="http://schemas.microsoft.com/office/2007/relationships/media" Target="../media/media-20-3.mp3"/><Relationship Id="rId6" Type="http://schemas.openxmlformats.org/officeDocument/2006/relationships/image" Target="../media/image-20-5.pn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20-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" Target="slide20.xml"/><Relationship Id="rId7" Type="http://schemas.openxmlformats.org/officeDocument/2006/relationships/slide" Target="slide4.xml"/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audio" Target="../media/media-21-3.mp3"/><Relationship Id="rId4" Type="http://schemas.microsoft.com/office/2007/relationships/media" Target="../media/media-21-3.mp3"/><Relationship Id="rId5" Type="http://schemas.openxmlformats.org/officeDocument/2006/relationships/image" Target="../media/image-2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3" Type="http://schemas.openxmlformats.org/officeDocument/2006/relationships/slide" Target="slide23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slide" Target="slide24.xml"/><Relationship Id="rId1" Type="http://schemas.openxmlformats.org/officeDocument/2006/relationships/image" Target="../media/Slide-22-image-1.jpeg"/><Relationship Id="rId3" Type="http://schemas.openxmlformats.org/officeDocument/2006/relationships/image" Target="../media/image-22-2.png"/><Relationship Id="rId4" Type="http://schemas.openxmlformats.org/officeDocument/2006/relationships/audio" Target="../media/media-22-3.mp3"/><Relationship Id="rId5" Type="http://schemas.microsoft.com/office/2007/relationships/media" Target="../media/media-22-3.mp3"/><Relationship Id="rId6" Type="http://schemas.openxmlformats.org/officeDocument/2006/relationships/image" Target="../media/image-22-5.png"/><Relationship Id="rId7" Type="http://schemas.openxmlformats.org/officeDocument/2006/relationships/audio" Target="../media/media-22-6.mp3"/><Relationship Id="rId8" Type="http://schemas.microsoft.com/office/2007/relationships/media" Target="../media/media-22-6.mp3"/><Relationship Id="rId9" Type="http://schemas.openxmlformats.org/officeDocument/2006/relationships/image" Target="../media/image-22-8.png"/><Relationship Id="rId10" Type="http://schemas.openxmlformats.org/officeDocument/2006/relationships/audio" Target="../media/media-22-9.mp3"/><Relationship Id="rId11" Type="http://schemas.microsoft.com/office/2007/relationships/media" Target="../media/media-22-9.mp3"/><Relationship Id="rId12" Type="http://schemas.openxmlformats.org/officeDocument/2006/relationships/image" Target="../media/image-22-11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" Target="slide22.xml"/><Relationship Id="rId7" Type="http://schemas.openxmlformats.org/officeDocument/2006/relationships/slide" Target="slide4.xml"/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audio" Target="../media/media-23-3.mp3"/><Relationship Id="rId4" Type="http://schemas.microsoft.com/office/2007/relationships/media" Target="../media/media-23-3.mp3"/><Relationship Id="rId5" Type="http://schemas.openxmlformats.org/officeDocument/2006/relationships/image" Target="../media/image-23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" Target="slide25.xml"/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audio" Target="../media/media-24-6.mp3"/><Relationship Id="rId7" Type="http://schemas.microsoft.com/office/2007/relationships/media" Target="../media/media-24-6.mp3"/><Relationship Id="rId8" Type="http://schemas.openxmlformats.org/officeDocument/2006/relationships/image" Target="../media/image-24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" Target="slide26.xml"/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audio" Target="../media/media-25-3.mp3"/><Relationship Id="rId4" Type="http://schemas.microsoft.com/office/2007/relationships/media" Target="../media/media-25-3.mp3"/><Relationship Id="rId5" Type="http://schemas.openxmlformats.org/officeDocument/2006/relationships/image" Target="../media/image-2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" Target="slide4.xml"/><Relationship Id="rId10" Type="http://schemas.openxmlformats.org/officeDocument/2006/relationships/slide" Target="slide1.xml"/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audio" Target="../media/media-26-6.mp3"/><Relationship Id="rId7" Type="http://schemas.microsoft.com/office/2007/relationships/media" Target="../media/media-26-6.mp3"/><Relationship Id="rId8" Type="http://schemas.openxmlformats.org/officeDocument/2006/relationships/image" Target="../media/image-26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 Sounds Adventure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2984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مغامرة أصوات الحروف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805172" y="2231136"/>
            <a:ext cx="2578608" cy="257860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5" name="Image 0" descr="assets/Mahir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2286000"/>
            <a:ext cx="2468880" cy="246888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24828" y="4050792"/>
            <a:ext cx="420624" cy="4206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0" y="4892040"/>
            <a:ext cx="6702552" cy="960120"/>
          </a:xfrm>
          <a:prstGeom prst="roundRect">
            <a:avLst>
              <a:gd name="adj" fmla="val 133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017520" y="5029200"/>
            <a:ext cx="6153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“Welcome, Explorer! I found a map to the Treasure of Sounds!”</a:t>
            </a:r>
            <a:endParaRPr lang="en-US" sz="15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60350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6035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START ADVENTURE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استكشف. فكر. اصنع. واصل. — Explore. Think. Create. Keep Going.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9556" y="1911096"/>
            <a:ext cx="1664208" cy="166420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6" name="Image 0" descr="assets/Mahir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965960"/>
            <a:ext cx="1554480" cy="155448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07692" y="2999232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Mahir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1028700" y="414223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5B3A8E"/>
          </a:solidFill>
          <a:ln/>
        </p:spPr>
      </p:sp>
      <p:sp>
        <p:nvSpPr>
          <p:cNvPr id="10" name="Text 6"/>
          <p:cNvSpPr/>
          <p:nvPr/>
        </p:nvSpPr>
        <p:spPr>
          <a:xfrm>
            <a:off x="1028700" y="4142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46177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love to explore!”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83280" y="16916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854196" y="1911096"/>
            <a:ext cx="1664208" cy="166420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4" name="Image 1" descr="assets/Maya_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060" y="1965960"/>
            <a:ext cx="1554480" cy="1554480"/>
          </a:xfrm>
          <a:prstGeom prst="ellipse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942332" y="2999232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8328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3863340" y="414223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5B3A8E"/>
          </a:solidFill>
          <a:ln/>
        </p:spPr>
      </p:sp>
      <p:sp>
        <p:nvSpPr>
          <p:cNvPr id="18" name="Text 12"/>
          <p:cNvSpPr/>
          <p:nvPr/>
        </p:nvSpPr>
        <p:spPr>
          <a:xfrm>
            <a:off x="3863340" y="4142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520440" y="46177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love to think!”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17920" y="16916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88836" y="1911096"/>
            <a:ext cx="1664208" cy="166420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22" name="Image 2" descr="assets/Marya_ava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3700" y="1965960"/>
            <a:ext cx="1554480" cy="1554480"/>
          </a:xfrm>
          <a:prstGeom prst="ellipse">
            <a:avLst/>
          </a:prstGeom>
        </p:spPr>
      </p:pic>
      <p:pic>
        <p:nvPicPr>
          <p:cNvPr id="13" name="Media 2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776972" y="2999232"/>
            <a:ext cx="420624" cy="4206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1792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Marya</a:t>
            </a:r>
            <a:endParaRPr lang="en-US" sz="2000" dirty="0"/>
          </a:p>
        </p:txBody>
      </p:sp>
      <p:sp>
        <p:nvSpPr>
          <p:cNvPr id="25" name="Shape 17"/>
          <p:cNvSpPr/>
          <p:nvPr/>
        </p:nvSpPr>
        <p:spPr>
          <a:xfrm>
            <a:off x="6697980" y="414223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5B3A8E"/>
          </a:solidFill>
          <a:ln/>
        </p:spPr>
      </p:sp>
      <p:sp>
        <p:nvSpPr>
          <p:cNvPr id="26" name="Text 18"/>
          <p:cNvSpPr/>
          <p:nvPr/>
        </p:nvSpPr>
        <p:spPr>
          <a:xfrm>
            <a:off x="6697980" y="4142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55080" y="46177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love to create!”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9052560" y="16916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523476" y="1911096"/>
            <a:ext cx="1664208" cy="166420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0" name="Image 3" descr="assets/Malik_avata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8340" y="1965960"/>
            <a:ext cx="1554480" cy="1554480"/>
          </a:xfrm>
          <a:prstGeom prst="ellipse">
            <a:avLst/>
          </a:prstGeom>
        </p:spPr>
      </p:pic>
      <p:pic>
        <p:nvPicPr>
          <p:cNvPr id="17" name="Media 3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10611612" y="2999232"/>
            <a:ext cx="420624" cy="42062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05256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</a:t>
            </a:r>
            <a:endParaRPr lang="en-US" sz="2000" dirty="0"/>
          </a:p>
        </p:txBody>
      </p:sp>
      <p:sp>
        <p:nvSpPr>
          <p:cNvPr id="33" name="Shape 23"/>
          <p:cNvSpPr/>
          <p:nvPr/>
        </p:nvSpPr>
        <p:spPr>
          <a:xfrm>
            <a:off x="9532620" y="414223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5B3A8E"/>
          </a:solidFill>
          <a:ln/>
        </p:spPr>
      </p:sp>
      <p:sp>
        <p:nvSpPr>
          <p:cNvPr id="34" name="Text 24"/>
          <p:cNvSpPr/>
          <p:nvPr/>
        </p:nvSpPr>
        <p:spPr>
          <a:xfrm>
            <a:off x="9532620" y="4142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9189720" y="46177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help you keep going!”</a:t>
            </a:r>
            <a:endParaRPr lang="en-US" sz="1300" dirty="0"/>
          </a:p>
        </p:txBody>
      </p:sp>
      <p:sp>
        <p:nvSpPr>
          <p:cNvPr id="36" name="Shape 26">
            <a:hlinkClick r:id="rId18" tooltip="" action="ppaction://hlinksldjump"/>
          </p:cNvPr>
          <p:cNvSpPr/>
          <p:nvPr/>
        </p:nvSpPr>
        <p:spPr>
          <a:xfrm>
            <a:off x="4443984" y="630936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37" name="Text 27">
            <a:hlinkClick r:id="rId18" tooltip="" action="ppaction://hlinksldjump"/>
          </p:cNvPr>
          <p:cNvSpPr/>
          <p:nvPr/>
        </p:nvSpPr>
        <p:spPr>
          <a:xfrm>
            <a:off x="4443984" y="6309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Briefing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0976" y="1682496"/>
            <a:ext cx="2121408" cy="212140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4" name="Image 0" descr="assets/Mahir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2011680" cy="201168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04872" y="3136392"/>
            <a:ext cx="420624" cy="42062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79576" y="4288536"/>
            <a:ext cx="1664208" cy="166420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7" name="Image 1" descr="assets/Maya_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4343400"/>
            <a:ext cx="1554480" cy="1554480"/>
          </a:xfrm>
          <a:prstGeom prst="ellipse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267712" y="5376672"/>
            <a:ext cx="420624" cy="42062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3383280" y="1600200"/>
            <a:ext cx="8138160" cy="1965960"/>
          </a:xfrm>
          <a:prstGeom prst="roundRect">
            <a:avLst>
              <a:gd name="adj" fmla="val 651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0" name="Text 4"/>
          <p:cNvSpPr/>
          <p:nvPr/>
        </p:nvSpPr>
        <p:spPr>
          <a:xfrm>
            <a:off x="3657600" y="1737360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“Today we discover the secret sounds of letters! Five sound-gates stand between us and the treasure.”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3383280" y="3794760"/>
            <a:ext cx="8138160" cy="1737360"/>
          </a:xfrm>
          <a:prstGeom prst="roundRect">
            <a:avLst>
              <a:gd name="adj" fmla="val 73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3657600" y="393192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listen carefully — every sound is a clue!”</a:t>
            </a:r>
            <a:endParaRPr lang="en-US" sz="1700" dirty="0"/>
          </a:p>
        </p:txBody>
      </p:sp>
      <p:sp>
        <p:nvSpPr>
          <p:cNvPr id="13" name="Shape 7">
            <a:hlinkClick r:id="rId10" tooltip="" action="ppaction://hlinksldjump"/>
          </p:cNvPr>
          <p:cNvSpPr/>
          <p:nvPr/>
        </p:nvSpPr>
        <p:spPr>
          <a:xfrm>
            <a:off x="4443984" y="598932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4" name="Text 8">
            <a:hlinkClick r:id="rId10" tooltip="" action="ppaction://hlinksldjump"/>
          </p:cNvPr>
          <p:cNvSpPr/>
          <p:nvPr/>
        </p:nvSpPr>
        <p:spPr>
          <a:xfrm>
            <a:off x="4443984" y="5989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LET'S GO!  ▶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Adventure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sound-gate to explore!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777240" y="1691640"/>
            <a:ext cx="1554480" cy="155448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1A0F2B">
                <a:alpha val="45000"/>
              </a:srgbClr>
            </a:outerShdw>
          </a:effectLst>
        </p:spPr>
      </p:sp>
      <p:sp>
        <p:nvSpPr>
          <p:cNvPr id="5" name="Text 3">
            <a:hlinkClick r:id="rId3" tooltip="" action="ppaction://hlinksldjump"/>
          </p:cNvPr>
          <p:cNvSpPr/>
          <p:nvPr/>
        </p:nvSpPr>
        <p:spPr>
          <a:xfrm>
            <a:off x="77724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Snake</a:t>
            </a:r>
            <a:endParaRPr lang="en-US" sz="1200" dirty="0"/>
          </a:p>
        </p:txBody>
      </p:sp>
      <p:sp>
        <p:nvSpPr>
          <p:cNvPr id="7" name="Shape 5">
            <a:hlinkClick r:id="rId4" tooltip="" action="ppaction://hlinksldjump"/>
          </p:cNvPr>
          <p:cNvSpPr/>
          <p:nvPr/>
        </p:nvSpPr>
        <p:spPr>
          <a:xfrm>
            <a:off x="2990088" y="1691640"/>
            <a:ext cx="1554480" cy="155448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1A0F2B">
                <a:alpha val="45000"/>
              </a:srgbClr>
            </a:outerShdw>
          </a:effectLst>
        </p:spPr>
      </p:sp>
      <p:sp>
        <p:nvSpPr>
          <p:cNvPr id="8" name="Text 6">
            <a:hlinkClick r:id="rId5" tooltip="" action="ppaction://hlinksldjump"/>
          </p:cNvPr>
          <p:cNvSpPr/>
          <p:nvPr/>
        </p:nvSpPr>
        <p:spPr>
          <a:xfrm>
            <a:off x="2990088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76148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— Apple</a:t>
            </a:r>
            <a:endParaRPr lang="en-US" sz="1200" dirty="0"/>
          </a:p>
        </p:txBody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5202936" y="1691640"/>
            <a:ext cx="1554480" cy="155448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1A0F2B">
                <a:alpha val="45000"/>
              </a:srgbClr>
            </a:outerShdw>
          </a:effectLst>
        </p:spPr>
      </p:sp>
      <p:sp>
        <p:nvSpPr>
          <p:cNvPr id="11" name="Text 9">
            <a:hlinkClick r:id="rId7" tooltip="" action="ppaction://hlinksldjump"/>
          </p:cNvPr>
          <p:cNvSpPr/>
          <p:nvPr/>
        </p:nvSpPr>
        <p:spPr>
          <a:xfrm>
            <a:off x="5202936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974336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— Tiger</a:t>
            </a:r>
            <a:endParaRPr lang="en-US" sz="1200" dirty="0"/>
          </a:p>
        </p:txBody>
      </p:sp>
      <p:sp>
        <p:nvSpPr>
          <p:cNvPr id="13" name="Shape 11">
            <a:hlinkClick r:id="rId8" tooltip="" action="ppaction://hlinksldjump"/>
          </p:cNvPr>
          <p:cNvSpPr/>
          <p:nvPr/>
        </p:nvSpPr>
        <p:spPr>
          <a:xfrm>
            <a:off x="7415784" y="1691640"/>
            <a:ext cx="1554480" cy="155448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1A0F2B">
                <a:alpha val="45000"/>
              </a:srgbClr>
            </a:outerShdw>
          </a:effectLst>
        </p:spPr>
      </p:sp>
      <p:sp>
        <p:nvSpPr>
          <p:cNvPr id="14" name="Text 12">
            <a:hlinkClick r:id="rId9" tooltip="" action="ppaction://hlinksldjump"/>
          </p:cNvPr>
          <p:cNvSpPr/>
          <p:nvPr/>
        </p:nvSpPr>
        <p:spPr>
          <a:xfrm>
            <a:off x="7415784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187184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— Pig</a:t>
            </a:r>
            <a:endParaRPr lang="en-US" sz="1200" dirty="0"/>
          </a:p>
        </p:txBody>
      </p:sp>
      <p:sp>
        <p:nvSpPr>
          <p:cNvPr id="16" name="Shape 14">
            <a:hlinkClick r:id="rId10" tooltip="" action="ppaction://hlinksldjump"/>
          </p:cNvPr>
          <p:cNvSpPr/>
          <p:nvPr/>
        </p:nvSpPr>
        <p:spPr>
          <a:xfrm>
            <a:off x="9628632" y="1691640"/>
            <a:ext cx="1554480" cy="155448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1A0F2B">
                <a:alpha val="45000"/>
              </a:srgbClr>
            </a:outerShdw>
          </a:effectLst>
        </p:spPr>
      </p:sp>
      <p:sp>
        <p:nvSpPr>
          <p:cNvPr id="17" name="Text 15">
            <a:hlinkClick r:id="rId11" tooltip="" action="ppaction://hlinksldjump"/>
          </p:cNvPr>
          <p:cNvSpPr/>
          <p:nvPr/>
        </p:nvSpPr>
        <p:spPr>
          <a:xfrm>
            <a:off x="9628632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400032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 — Moon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" y="4539996"/>
            <a:ext cx="1252728" cy="125272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20" name="Image 0" descr="assets/Mahir_ava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" y="4594860"/>
            <a:ext cx="1143000" cy="1143000"/>
          </a:xfrm>
          <a:prstGeom prst="ellipse">
            <a:avLst/>
          </a:prstGeom>
        </p:spPr>
      </p:pic>
      <p:pic>
        <p:nvPicPr>
          <p:cNvPr id="15" name="Media 0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394460" y="5326380"/>
            <a:ext cx="365760" cy="3657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965960" y="4617720"/>
            <a:ext cx="4343400" cy="1188720"/>
          </a:xfrm>
          <a:prstGeom prst="roundRect">
            <a:avLst>
              <a:gd name="adj" fmla="val 10769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2240280" y="4754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Mahir: “Choose a gate to explore! Each one hides a secret sound.”</a:t>
            </a:r>
            <a:endParaRPr lang="en-US" sz="1400" dirty="0"/>
          </a:p>
        </p:txBody>
      </p:sp>
      <p:sp>
        <p:nvSpPr>
          <p:cNvPr id="24" name="Shape 20">
            <a:hlinkClick r:id="rId16" tooltip="" action="ppaction://hlinksldjump"/>
          </p:cNvPr>
          <p:cNvSpPr/>
          <p:nvPr/>
        </p:nvSpPr>
        <p:spPr>
          <a:xfrm>
            <a:off x="6583680" y="461772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0C674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25" name="Text 21">
            <a:hlinkClick r:id="rId16" tooltip="" action="ppaction://hlinksldjump"/>
          </p:cNvPr>
          <p:cNvSpPr/>
          <p:nvPr/>
        </p:nvSpPr>
        <p:spPr>
          <a:xfrm>
            <a:off x="6583680" y="4617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★  OPEN THE TREASURE CHEST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583680" y="5870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(unlocks after all 5 gates — free to preview now)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Gate: 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sound with Mahir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468880" cy="2468880"/>
          </a:xfrm>
          <a:prstGeom prst="roundRect">
            <a:avLst>
              <a:gd name="adj" fmla="val 7407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/s/</a:t>
            </a:r>
            <a:endParaRPr lang="en-US" sz="2200" dirty="0"/>
          </a:p>
        </p:txBody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28900" y="34061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85616" y="145389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1" name="Image 0" descr="assets/Mahir_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508760"/>
            <a:ext cx="1737360" cy="1737360"/>
          </a:xfrm>
          <a:prstGeom prst="ellipse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020056" y="2688336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60720" y="1463040"/>
            <a:ext cx="5760720" cy="2194560"/>
          </a:xfrm>
          <a:prstGeom prst="roundRect">
            <a:avLst>
              <a:gd name="adj" fmla="val 58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03504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Mahir: “This sound is /s/! Like… Snake!”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gold speaker icons to hear it again and again.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008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🐍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4008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</a:t>
            </a:r>
            <a:endParaRPr lang="en-US" sz="1600" dirty="0"/>
          </a:p>
        </p:txBody>
      </p:sp>
      <p:pic>
        <p:nvPicPr>
          <p:cNvPr id="12" name="Media 2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319272" y="5285232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0624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20624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☀️</a:t>
            </a:r>
            <a:endParaRPr lang="en-US" sz="4600" dirty="0"/>
          </a:p>
        </p:txBody>
      </p:sp>
      <p:sp>
        <p:nvSpPr>
          <p:cNvPr id="21" name="Text 15"/>
          <p:cNvSpPr/>
          <p:nvPr/>
        </p:nvSpPr>
        <p:spPr>
          <a:xfrm>
            <a:off x="420624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600" dirty="0"/>
          </a:p>
        </p:txBody>
      </p:sp>
      <p:pic>
        <p:nvPicPr>
          <p:cNvPr id="15" name="Media 3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6885432" y="5285232"/>
            <a:ext cx="365760" cy="365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77240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77240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🧦</a:t>
            </a:r>
            <a:endParaRPr lang="en-US" sz="4600" dirty="0"/>
          </a:p>
        </p:txBody>
      </p:sp>
      <p:sp>
        <p:nvSpPr>
          <p:cNvPr id="25" name="Text 18"/>
          <p:cNvSpPr/>
          <p:nvPr/>
        </p:nvSpPr>
        <p:spPr>
          <a:xfrm>
            <a:off x="777240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</a:t>
            </a:r>
            <a:endParaRPr lang="en-US" sz="1600" dirty="0"/>
          </a:p>
        </p:txBody>
      </p:sp>
      <p:pic>
        <p:nvPicPr>
          <p:cNvPr id="18" name="Media 4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0451592" y="5285232"/>
            <a:ext cx="365760" cy="365760"/>
          </a:xfrm>
          <a:prstGeom prst="rect">
            <a:avLst/>
          </a:prstGeom>
        </p:spPr>
      </p:pic>
      <p:sp>
        <p:nvSpPr>
          <p:cNvPr id="27" name="Shape 19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28" name="Text 20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CHALLENGE  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letter makes this sound?</a:t>
            </a:r>
            <a:endParaRPr lang="en-US" sz="3000" dirty="0"/>
          </a:p>
        </p:txBody>
      </p:sp>
      <p:sp>
        <p:nvSpPr>
          <p:cNvPr id="3" name="Shape 1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" y="1408176"/>
            <a:ext cx="1938528" cy="193852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6" name="Image 0" descr="assets/Ma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828800" cy="1828800"/>
          </a:xfrm>
          <a:prstGeom prst="ellipse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67128" y="2715768"/>
            <a:ext cx="420624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7520" y="1417320"/>
            <a:ext cx="8503920" cy="1417320"/>
          </a:xfrm>
          <a:prstGeom prst="roundRect">
            <a:avLst>
              <a:gd name="adj" fmla="val 903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91840" y="155448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Maya: “Listen carefully… which letter makes the sound /s/?”</a:t>
            </a:r>
            <a:endParaRPr lang="en-US" sz="1600" dirty="0"/>
          </a:p>
        </p:txBody>
      </p:sp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08960" y="29260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hear /s/</a:t>
            </a:r>
            <a:endParaRPr lang="en-US" sz="1300" dirty="0"/>
          </a:p>
        </p:txBody>
      </p:sp>
      <p:sp>
        <p:nvSpPr>
          <p:cNvPr id="12" name="Shape 7">
            <a:hlinkClick r:id="rId10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3" name="Text 8">
            <a:hlinkClick r:id="rId11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lang="en-US" sz="9000" dirty="0"/>
          </a:p>
        </p:txBody>
      </p:sp>
      <p:sp>
        <p:nvSpPr>
          <p:cNvPr id="14" name="Shape 9">
            <a:hlinkClick r:id="rId12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5" name="Text 10">
            <a:hlinkClick r:id="rId13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endParaRPr lang="en-US" sz="9000" dirty="0"/>
          </a:p>
        </p:txBody>
      </p:sp>
      <p:sp>
        <p:nvSpPr>
          <p:cNvPr id="16" name="Shape 11">
            <a:hlinkClick r:id="rId14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7" name="Text 12">
            <a:hlinkClick r:id="rId15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endParaRPr lang="en-US" sz="9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6612" y="950976"/>
            <a:ext cx="2395728" cy="23957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1005840"/>
            <a:ext cx="2286000" cy="228600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69964" y="2624328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0" y="3977640"/>
            <a:ext cx="6702552" cy="1051560"/>
          </a:xfrm>
          <a:prstGeom prst="roundRect">
            <a:avLst>
              <a:gd name="adj" fmla="val 12174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017520" y="411480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yet — listen again! You're getting closer. Mistakes help us learn.”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743200" y="3364992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the Motivator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0" y="4114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Gate: S /s/</a:t>
            </a:r>
            <a:endParaRPr lang="en-US" sz="13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  ▶</a:t>
            </a:r>
            <a:endParaRPr lang="en-US" sz="1700" dirty="0"/>
          </a:p>
        </p:txBody>
      </p:sp>
      <p:sp>
        <p:nvSpPr>
          <p:cNvPr id="11" name="Shape 7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2" name="Text 8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Gate: 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sound with Marya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468880" cy="2468880"/>
          </a:xfrm>
          <a:prstGeom prst="roundRect">
            <a:avLst>
              <a:gd name="adj" fmla="val 7407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/a/</a:t>
            </a:r>
            <a:endParaRPr lang="en-US" sz="2200" dirty="0"/>
          </a:p>
        </p:txBody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28900" y="34061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85616" y="145389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1" name="Image 0" descr="assets/Marya_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508760"/>
            <a:ext cx="1737360" cy="1737360"/>
          </a:xfrm>
          <a:prstGeom prst="ellipse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020056" y="2688336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60720" y="1463040"/>
            <a:ext cx="5760720" cy="2194560"/>
          </a:xfrm>
          <a:prstGeom prst="roundRect">
            <a:avLst>
              <a:gd name="adj" fmla="val 58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03504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Marya: “This sound is /a/! Like… Apple!”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gold speaker icons to hear it again and again.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008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🍎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4008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600" dirty="0"/>
          </a:p>
        </p:txBody>
      </p:sp>
      <p:pic>
        <p:nvPicPr>
          <p:cNvPr id="12" name="Media 2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319272" y="5285232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0624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20624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🐜</a:t>
            </a:r>
            <a:endParaRPr lang="en-US" sz="4600" dirty="0"/>
          </a:p>
        </p:txBody>
      </p:sp>
      <p:sp>
        <p:nvSpPr>
          <p:cNvPr id="21" name="Text 15"/>
          <p:cNvSpPr/>
          <p:nvPr/>
        </p:nvSpPr>
        <p:spPr>
          <a:xfrm>
            <a:off x="420624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</a:t>
            </a:r>
            <a:endParaRPr lang="en-US" sz="1600" dirty="0"/>
          </a:p>
        </p:txBody>
      </p:sp>
      <p:pic>
        <p:nvPicPr>
          <p:cNvPr id="15" name="Media 3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6885432" y="5285232"/>
            <a:ext cx="365760" cy="365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77240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77240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🐊</a:t>
            </a:r>
            <a:endParaRPr lang="en-US" sz="4600" dirty="0"/>
          </a:p>
        </p:txBody>
      </p:sp>
      <p:sp>
        <p:nvSpPr>
          <p:cNvPr id="25" name="Text 18"/>
          <p:cNvSpPr/>
          <p:nvPr/>
        </p:nvSpPr>
        <p:spPr>
          <a:xfrm>
            <a:off x="777240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Alligator</a:t>
            </a:r>
            <a:endParaRPr lang="en-US" sz="1600" dirty="0"/>
          </a:p>
        </p:txBody>
      </p:sp>
      <p:pic>
        <p:nvPicPr>
          <p:cNvPr id="18" name="Media 4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0451592" y="5285232"/>
            <a:ext cx="365760" cy="365760"/>
          </a:xfrm>
          <a:prstGeom prst="rect">
            <a:avLst/>
          </a:prstGeom>
        </p:spPr>
      </p:pic>
      <p:sp>
        <p:nvSpPr>
          <p:cNvPr id="27" name="Shape 19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28" name="Text 20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CHALLENGE  ▶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letter makes this sound?</a:t>
            </a:r>
            <a:endParaRPr lang="en-US" sz="3000" dirty="0"/>
          </a:p>
        </p:txBody>
      </p:sp>
      <p:sp>
        <p:nvSpPr>
          <p:cNvPr id="3" name="Shape 1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" y="1408176"/>
            <a:ext cx="1938528" cy="193852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6" name="Image 0" descr="assets/Ma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828800" cy="1828800"/>
          </a:xfrm>
          <a:prstGeom prst="ellipse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67128" y="2715768"/>
            <a:ext cx="420624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7520" y="1417320"/>
            <a:ext cx="8503920" cy="1417320"/>
          </a:xfrm>
          <a:prstGeom prst="roundRect">
            <a:avLst>
              <a:gd name="adj" fmla="val 903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91840" y="155448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Maya: “Listen carefully… which letter makes the sound /a/?”</a:t>
            </a:r>
            <a:endParaRPr lang="en-US" sz="1600" dirty="0"/>
          </a:p>
        </p:txBody>
      </p:sp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08960" y="29260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hear /a/</a:t>
            </a:r>
            <a:endParaRPr lang="en-US" sz="1300" dirty="0"/>
          </a:p>
        </p:txBody>
      </p:sp>
      <p:sp>
        <p:nvSpPr>
          <p:cNvPr id="12" name="Shape 7">
            <a:hlinkClick r:id="rId10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3" name="Text 8">
            <a:hlinkClick r:id="rId11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9000" dirty="0"/>
          </a:p>
        </p:txBody>
      </p:sp>
      <p:sp>
        <p:nvSpPr>
          <p:cNvPr id="14" name="Shape 9">
            <a:hlinkClick r:id="rId12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5" name="Text 10">
            <a:hlinkClick r:id="rId13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endParaRPr lang="en-US" sz="9000" dirty="0"/>
          </a:p>
        </p:txBody>
      </p:sp>
      <p:sp>
        <p:nvSpPr>
          <p:cNvPr id="16" name="Shape 11">
            <a:hlinkClick r:id="rId14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7" name="Text 12">
            <a:hlinkClick r:id="rId15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endParaRPr lang="en-US" sz="9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6612" y="950976"/>
            <a:ext cx="2395728" cy="23957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1005840"/>
            <a:ext cx="2286000" cy="228600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69964" y="2624328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0" y="3977640"/>
            <a:ext cx="6702552" cy="1051560"/>
          </a:xfrm>
          <a:prstGeom prst="roundRect">
            <a:avLst>
              <a:gd name="adj" fmla="val 12174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017520" y="411480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yet — listen again! You're getting closer. Mistakes help us learn.”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743200" y="3364992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the Motivator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0" y="4114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Gate: A /a/</a:t>
            </a:r>
            <a:endParaRPr lang="en-US" sz="13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  ▶</a:t>
            </a:r>
            <a:endParaRPr lang="en-US" sz="1700" dirty="0"/>
          </a:p>
        </p:txBody>
      </p:sp>
      <p:sp>
        <p:nvSpPr>
          <p:cNvPr id="11" name="Shape 7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2" name="Text 8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Gate: 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sound with Mahir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468880" cy="2468880"/>
          </a:xfrm>
          <a:prstGeom prst="roundRect">
            <a:avLst>
              <a:gd name="adj" fmla="val 7407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</a:t>
            </a:r>
            <a:endParaRPr lang="en-US" sz="2200" dirty="0"/>
          </a:p>
        </p:txBody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28900" y="34061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85616" y="145389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1" name="Image 0" descr="assets/Mahir_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508760"/>
            <a:ext cx="1737360" cy="1737360"/>
          </a:xfrm>
          <a:prstGeom prst="ellipse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020056" y="2688336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60720" y="1463040"/>
            <a:ext cx="5760720" cy="2194560"/>
          </a:xfrm>
          <a:prstGeom prst="roundRect">
            <a:avLst>
              <a:gd name="adj" fmla="val 58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03504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Mahir: “This sound is /t/! Like… Tiger!”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gold speaker icons to hear it again and again.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008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🐯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4008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</a:t>
            </a:r>
            <a:endParaRPr lang="en-US" sz="1600" dirty="0"/>
          </a:p>
        </p:txBody>
      </p:sp>
      <p:pic>
        <p:nvPicPr>
          <p:cNvPr id="12" name="Media 2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319272" y="5285232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0624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20624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🐢</a:t>
            </a:r>
            <a:endParaRPr lang="en-US" sz="4600" dirty="0"/>
          </a:p>
        </p:txBody>
      </p:sp>
      <p:sp>
        <p:nvSpPr>
          <p:cNvPr id="21" name="Text 15"/>
          <p:cNvSpPr/>
          <p:nvPr/>
        </p:nvSpPr>
        <p:spPr>
          <a:xfrm>
            <a:off x="420624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</a:t>
            </a:r>
            <a:endParaRPr lang="en-US" sz="1600" dirty="0"/>
          </a:p>
        </p:txBody>
      </p:sp>
      <p:pic>
        <p:nvPicPr>
          <p:cNvPr id="15" name="Media 3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6885432" y="5285232"/>
            <a:ext cx="365760" cy="365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77240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77240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🚰</a:t>
            </a:r>
            <a:endParaRPr lang="en-US" sz="4600" dirty="0"/>
          </a:p>
        </p:txBody>
      </p:sp>
      <p:sp>
        <p:nvSpPr>
          <p:cNvPr id="25" name="Text 18"/>
          <p:cNvSpPr/>
          <p:nvPr/>
        </p:nvSpPr>
        <p:spPr>
          <a:xfrm>
            <a:off x="777240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600" dirty="0"/>
          </a:p>
        </p:txBody>
      </p:sp>
      <p:pic>
        <p:nvPicPr>
          <p:cNvPr id="18" name="Media 4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0451592" y="5285232"/>
            <a:ext cx="365760" cy="365760"/>
          </a:xfrm>
          <a:prstGeom prst="rect">
            <a:avLst/>
          </a:prstGeom>
        </p:spPr>
      </p:pic>
      <p:sp>
        <p:nvSpPr>
          <p:cNvPr id="27" name="Shape 19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28" name="Text 20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CHALLENGE  ▶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letter makes this sound?</a:t>
            </a:r>
            <a:endParaRPr lang="en-US" sz="3000" dirty="0"/>
          </a:p>
        </p:txBody>
      </p:sp>
      <p:sp>
        <p:nvSpPr>
          <p:cNvPr id="3" name="Shape 1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" y="1408176"/>
            <a:ext cx="1938528" cy="193852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6" name="Image 0" descr="assets/Ma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828800" cy="1828800"/>
          </a:xfrm>
          <a:prstGeom prst="ellipse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67128" y="2715768"/>
            <a:ext cx="420624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7520" y="1417320"/>
            <a:ext cx="8503920" cy="1417320"/>
          </a:xfrm>
          <a:prstGeom prst="roundRect">
            <a:avLst>
              <a:gd name="adj" fmla="val 903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91840" y="155448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Maya: “Listen carefully… which letter makes the sound /t/?”</a:t>
            </a:r>
            <a:endParaRPr lang="en-US" sz="1600" dirty="0"/>
          </a:p>
        </p:txBody>
      </p:sp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08960" y="29260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hear /t/</a:t>
            </a:r>
            <a:endParaRPr lang="en-US" sz="1300" dirty="0"/>
          </a:p>
        </p:txBody>
      </p:sp>
      <p:sp>
        <p:nvSpPr>
          <p:cNvPr id="12" name="Shape 7">
            <a:hlinkClick r:id="rId10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3" name="Text 8">
            <a:hlinkClick r:id="rId11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endParaRPr lang="en-US" sz="9000" dirty="0"/>
          </a:p>
        </p:txBody>
      </p:sp>
      <p:sp>
        <p:nvSpPr>
          <p:cNvPr id="14" name="Shape 9">
            <a:hlinkClick r:id="rId12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5" name="Text 10">
            <a:hlinkClick r:id="rId13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9000" dirty="0"/>
          </a:p>
        </p:txBody>
      </p:sp>
      <p:sp>
        <p:nvSpPr>
          <p:cNvPr id="16" name="Shape 11">
            <a:hlinkClick r:id="rId14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7" name="Text 12">
            <a:hlinkClick r:id="rId15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9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6612" y="950976"/>
            <a:ext cx="2395728" cy="23957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1005840"/>
            <a:ext cx="2286000" cy="228600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69964" y="2624328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0" y="3977640"/>
            <a:ext cx="6702552" cy="1051560"/>
          </a:xfrm>
          <a:prstGeom prst="roundRect">
            <a:avLst>
              <a:gd name="adj" fmla="val 12174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017520" y="411480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yet — listen again! You're getting closer. Mistakes help us learn.”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743200" y="3364992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the Motivator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0" y="4114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Gate: T /t/</a:t>
            </a:r>
            <a:endParaRPr lang="en-US" sz="13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  ▶</a:t>
            </a:r>
            <a:endParaRPr lang="en-US" sz="1700" dirty="0"/>
          </a:p>
        </p:txBody>
      </p:sp>
      <p:sp>
        <p:nvSpPr>
          <p:cNvPr id="11" name="Shape 7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2" name="Text 8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Gate: 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sound with Marya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468880" cy="2468880"/>
          </a:xfrm>
          <a:prstGeom prst="roundRect">
            <a:avLst>
              <a:gd name="adj" fmla="val 7407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/p/</a:t>
            </a:r>
            <a:endParaRPr lang="en-US" sz="2200" dirty="0"/>
          </a:p>
        </p:txBody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28900" y="34061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85616" y="145389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1" name="Image 0" descr="assets/Marya_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508760"/>
            <a:ext cx="1737360" cy="1737360"/>
          </a:xfrm>
          <a:prstGeom prst="ellipse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020056" y="2688336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60720" y="1463040"/>
            <a:ext cx="5760720" cy="2194560"/>
          </a:xfrm>
          <a:prstGeom prst="roundRect">
            <a:avLst>
              <a:gd name="adj" fmla="val 58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03504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Marya: “This sound is /p/! Like… Pig!”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gold speaker icons to hear it again and again.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008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🐷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4008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1600" dirty="0"/>
          </a:p>
        </p:txBody>
      </p:sp>
      <p:pic>
        <p:nvPicPr>
          <p:cNvPr id="12" name="Media 2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319272" y="5285232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0624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20624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🐼</a:t>
            </a:r>
            <a:endParaRPr lang="en-US" sz="4600" dirty="0"/>
          </a:p>
        </p:txBody>
      </p:sp>
      <p:sp>
        <p:nvSpPr>
          <p:cNvPr id="21" name="Text 15"/>
          <p:cNvSpPr/>
          <p:nvPr/>
        </p:nvSpPr>
        <p:spPr>
          <a:xfrm>
            <a:off x="420624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</a:t>
            </a:r>
            <a:endParaRPr lang="en-US" sz="1600" dirty="0"/>
          </a:p>
        </p:txBody>
      </p:sp>
      <p:pic>
        <p:nvPicPr>
          <p:cNvPr id="15" name="Media 3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6885432" y="5285232"/>
            <a:ext cx="365760" cy="365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77240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77240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🍍</a:t>
            </a:r>
            <a:endParaRPr lang="en-US" sz="4600" dirty="0"/>
          </a:p>
        </p:txBody>
      </p:sp>
      <p:sp>
        <p:nvSpPr>
          <p:cNvPr id="25" name="Text 18"/>
          <p:cNvSpPr/>
          <p:nvPr/>
        </p:nvSpPr>
        <p:spPr>
          <a:xfrm>
            <a:off x="777240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Pineapple</a:t>
            </a:r>
            <a:endParaRPr lang="en-US" sz="1600" dirty="0"/>
          </a:p>
        </p:txBody>
      </p:sp>
      <p:pic>
        <p:nvPicPr>
          <p:cNvPr id="18" name="Media 4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0451592" y="5285232"/>
            <a:ext cx="365760" cy="365760"/>
          </a:xfrm>
          <a:prstGeom prst="rect">
            <a:avLst/>
          </a:prstGeom>
        </p:spPr>
      </p:pic>
      <p:sp>
        <p:nvSpPr>
          <p:cNvPr id="27" name="Shape 19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28" name="Text 20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CHALLENGE  ▶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letter makes this sound?</a:t>
            </a:r>
            <a:endParaRPr lang="en-US" sz="3000" dirty="0"/>
          </a:p>
        </p:txBody>
      </p:sp>
      <p:sp>
        <p:nvSpPr>
          <p:cNvPr id="3" name="Shape 1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" y="1408176"/>
            <a:ext cx="1938528" cy="193852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6" name="Image 0" descr="assets/Ma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828800" cy="1828800"/>
          </a:xfrm>
          <a:prstGeom prst="ellipse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67128" y="2715768"/>
            <a:ext cx="420624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7520" y="1417320"/>
            <a:ext cx="8503920" cy="1417320"/>
          </a:xfrm>
          <a:prstGeom prst="roundRect">
            <a:avLst>
              <a:gd name="adj" fmla="val 903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91840" y="155448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Maya: “Listen carefully… which letter makes the sound /p/?”</a:t>
            </a:r>
            <a:endParaRPr lang="en-US" sz="1600" dirty="0"/>
          </a:p>
        </p:txBody>
      </p:sp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08960" y="29260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hear /p/</a:t>
            </a:r>
            <a:endParaRPr lang="en-US" sz="1300" dirty="0"/>
          </a:p>
        </p:txBody>
      </p:sp>
      <p:sp>
        <p:nvSpPr>
          <p:cNvPr id="12" name="Shape 7">
            <a:hlinkClick r:id="rId10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3" name="Text 8">
            <a:hlinkClick r:id="rId11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9000" dirty="0"/>
          </a:p>
        </p:txBody>
      </p:sp>
      <p:sp>
        <p:nvSpPr>
          <p:cNvPr id="14" name="Shape 9">
            <a:hlinkClick r:id="rId12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5" name="Text 10">
            <a:hlinkClick r:id="rId13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lang="en-US" sz="9000" dirty="0"/>
          </a:p>
        </p:txBody>
      </p:sp>
      <p:sp>
        <p:nvSpPr>
          <p:cNvPr id="16" name="Shape 11">
            <a:hlinkClick r:id="rId14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7" name="Text 12">
            <a:hlinkClick r:id="rId15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endParaRPr lang="en-US" sz="9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6612" y="950976"/>
            <a:ext cx="2395728" cy="23957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1005840"/>
            <a:ext cx="2286000" cy="228600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69964" y="2624328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0" y="3977640"/>
            <a:ext cx="6702552" cy="1051560"/>
          </a:xfrm>
          <a:prstGeom prst="roundRect">
            <a:avLst>
              <a:gd name="adj" fmla="val 12174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017520" y="411480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yet — listen again! You're getting closer. Mistakes help us learn.”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743200" y="3364992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the Motivator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0" y="4114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Gate: P /p/</a:t>
            </a:r>
            <a:endParaRPr lang="en-US" sz="13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  ▶</a:t>
            </a:r>
            <a:endParaRPr lang="en-US" sz="1700" dirty="0"/>
          </a:p>
        </p:txBody>
      </p:sp>
      <p:sp>
        <p:nvSpPr>
          <p:cNvPr id="11" name="Shape 7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2" name="Text 8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Gate: 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sound with Mahir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468880" cy="2468880"/>
          </a:xfrm>
          <a:prstGeom prst="roundRect">
            <a:avLst>
              <a:gd name="adj" fmla="val 7407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/m/</a:t>
            </a:r>
            <a:endParaRPr lang="en-US" sz="2200" dirty="0"/>
          </a:p>
        </p:txBody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28900" y="34061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85616" y="145389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1" name="Image 0" descr="assets/Mahir_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508760"/>
            <a:ext cx="1737360" cy="1737360"/>
          </a:xfrm>
          <a:prstGeom prst="ellipse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020056" y="2688336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60720" y="1463040"/>
            <a:ext cx="5760720" cy="2194560"/>
          </a:xfrm>
          <a:prstGeom prst="roundRect">
            <a:avLst>
              <a:gd name="adj" fmla="val 58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03504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Mahir: “This sound is /m/! Like… Moon!”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gold speaker icons to hear it again and again.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008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🌙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4008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600" dirty="0"/>
          </a:p>
        </p:txBody>
      </p:sp>
      <p:pic>
        <p:nvPicPr>
          <p:cNvPr id="12" name="Media 2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319272" y="5285232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0624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20624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🗺️</a:t>
            </a:r>
            <a:endParaRPr lang="en-US" sz="4600" dirty="0"/>
          </a:p>
        </p:txBody>
      </p:sp>
      <p:sp>
        <p:nvSpPr>
          <p:cNvPr id="21" name="Text 15"/>
          <p:cNvSpPr/>
          <p:nvPr/>
        </p:nvSpPr>
        <p:spPr>
          <a:xfrm>
            <a:off x="420624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</p:txBody>
      </p:sp>
      <p:pic>
        <p:nvPicPr>
          <p:cNvPr id="15" name="Media 3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6885432" y="5285232"/>
            <a:ext cx="365760" cy="365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772400" y="4160520"/>
            <a:ext cx="3246120" cy="1691640"/>
          </a:xfrm>
          <a:prstGeom prst="roundRect">
            <a:avLst>
              <a:gd name="adj" fmla="val 75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772400" y="4251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🐒</a:t>
            </a:r>
            <a:endParaRPr lang="en-US" sz="4600" dirty="0"/>
          </a:p>
        </p:txBody>
      </p:sp>
      <p:sp>
        <p:nvSpPr>
          <p:cNvPr id="25" name="Text 18"/>
          <p:cNvSpPr/>
          <p:nvPr/>
        </p:nvSpPr>
        <p:spPr>
          <a:xfrm>
            <a:off x="777240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</a:t>
            </a:r>
            <a:endParaRPr lang="en-US" sz="1600" dirty="0"/>
          </a:p>
        </p:txBody>
      </p:sp>
      <p:pic>
        <p:nvPicPr>
          <p:cNvPr id="18" name="Media 4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0451592" y="5285232"/>
            <a:ext cx="365760" cy="365760"/>
          </a:xfrm>
          <a:prstGeom prst="rect">
            <a:avLst/>
          </a:prstGeom>
        </p:spPr>
      </p:pic>
      <p:sp>
        <p:nvSpPr>
          <p:cNvPr id="27" name="Shape 19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28" name="Text 20">
            <a:hlinkClick r:id="rId19" tooltip="" action="ppaction://hlinksldjump"/>
          </p:cNvPr>
          <p:cNvSpPr/>
          <p:nvPr/>
        </p:nvSpPr>
        <p:spPr>
          <a:xfrm>
            <a:off x="9052560" y="608076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CHALLENGE  ▶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letter makes this sound?</a:t>
            </a:r>
            <a:endParaRPr lang="en-US" sz="3000" dirty="0"/>
          </a:p>
        </p:txBody>
      </p:sp>
      <p:sp>
        <p:nvSpPr>
          <p:cNvPr id="3" name="Shape 1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" y="1408176"/>
            <a:ext cx="1938528" cy="193852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6" name="Image 0" descr="assets/Ma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828800" cy="1828800"/>
          </a:xfrm>
          <a:prstGeom prst="ellipse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67128" y="2715768"/>
            <a:ext cx="420624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7520" y="1417320"/>
            <a:ext cx="8503920" cy="1417320"/>
          </a:xfrm>
          <a:prstGeom prst="roundRect">
            <a:avLst>
              <a:gd name="adj" fmla="val 903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91840" y="155448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Maya: “Listen carefully… which letter makes the sound /m/?”</a:t>
            </a:r>
            <a:endParaRPr lang="en-US" sz="1600" dirty="0"/>
          </a:p>
        </p:txBody>
      </p:sp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08960" y="29260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hear /m/</a:t>
            </a:r>
            <a:endParaRPr lang="en-US" sz="1300" dirty="0"/>
          </a:p>
        </p:txBody>
      </p:sp>
      <p:sp>
        <p:nvSpPr>
          <p:cNvPr id="12" name="Shape 7">
            <a:hlinkClick r:id="rId10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3" name="Text 8">
            <a:hlinkClick r:id="rId11" tooltip="" action="ppaction://hlinksldjump"/>
          </p:cNvPr>
          <p:cNvSpPr/>
          <p:nvPr/>
        </p:nvSpPr>
        <p:spPr>
          <a:xfrm>
            <a:off x="133959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endParaRPr lang="en-US" sz="9000" dirty="0"/>
          </a:p>
        </p:txBody>
      </p:sp>
      <p:sp>
        <p:nvSpPr>
          <p:cNvPr id="14" name="Shape 9">
            <a:hlinkClick r:id="rId12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5" name="Text 10">
            <a:hlinkClick r:id="rId13" tooltip="" action="ppaction://hlinksldjump"/>
          </p:cNvPr>
          <p:cNvSpPr/>
          <p:nvPr/>
        </p:nvSpPr>
        <p:spPr>
          <a:xfrm>
            <a:off x="463143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lang="en-US" sz="9000" dirty="0"/>
          </a:p>
        </p:txBody>
      </p:sp>
      <p:sp>
        <p:nvSpPr>
          <p:cNvPr id="16" name="Shape 11">
            <a:hlinkClick r:id="rId14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7" name="Text 12">
            <a:hlinkClick r:id="rId15" tooltip="" action="ppaction://hlinksldjump"/>
          </p:cNvPr>
          <p:cNvSpPr/>
          <p:nvPr/>
        </p:nvSpPr>
        <p:spPr>
          <a:xfrm>
            <a:off x="7923276" y="4160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endParaRPr lang="en-US" sz="9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6612" y="950976"/>
            <a:ext cx="2395728" cy="23957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1005840"/>
            <a:ext cx="2286000" cy="228600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69964" y="2624328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0" y="3977640"/>
            <a:ext cx="6702552" cy="1051560"/>
          </a:xfrm>
          <a:prstGeom prst="roundRect">
            <a:avLst>
              <a:gd name="adj" fmla="val 12174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017520" y="411480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yet — listen again! You're getting closer. Mistakes help us learn.”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743200" y="3364992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the Motivator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0" y="4114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Gate: M /m/</a:t>
            </a:r>
            <a:endParaRPr lang="en-US" sz="13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  ▶</a:t>
            </a:r>
            <a:endParaRPr lang="en-US" sz="1700" dirty="0"/>
          </a:p>
        </p:txBody>
      </p:sp>
      <p:sp>
        <p:nvSpPr>
          <p:cNvPr id="11" name="Shape 7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2" name="Text 8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Marya's Word Workshop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 word!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" y="1225296"/>
            <a:ext cx="1938528" cy="193852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7" name="Image 0" descr="assets/Mar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1828800" cy="1828800"/>
          </a:xfrm>
          <a:prstGeom prst="ellipse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67128" y="2532888"/>
            <a:ext cx="420624" cy="420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17520" y="1280160"/>
            <a:ext cx="8503920" cy="1371600"/>
          </a:xfrm>
          <a:prstGeom prst="roundRect">
            <a:avLst>
              <a:gd name="adj" fmla="val 93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91840" y="141732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Marya: “Listen: /s/ … /a/ … /t/ — which order builds the word correctly?”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017520" y="28803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</p:sp>
      <p:sp>
        <p:nvSpPr>
          <p:cNvPr id="12" name="Text 8"/>
          <p:cNvSpPr/>
          <p:nvPr/>
        </p:nvSpPr>
        <p:spPr>
          <a:xfrm>
            <a:off x="301752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3931920" y="28803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</p:sp>
      <p:sp>
        <p:nvSpPr>
          <p:cNvPr id="14" name="Text 10"/>
          <p:cNvSpPr/>
          <p:nvPr/>
        </p:nvSpPr>
        <p:spPr>
          <a:xfrm>
            <a:off x="393192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4846320" y="28803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</p:sp>
      <p:sp>
        <p:nvSpPr>
          <p:cNvPr id="16" name="Text 12"/>
          <p:cNvSpPr/>
          <p:nvPr/>
        </p:nvSpPr>
        <p:spPr>
          <a:xfrm>
            <a:off x="484632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/>
          </a:p>
        </p:txBody>
      </p:sp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897880" y="30175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tiles above, or here to hear each sound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8116" y="4114800"/>
            <a:ext cx="4937760" cy="2194560"/>
          </a:xfrm>
          <a:prstGeom prst="roundRect">
            <a:avLst>
              <a:gd name="adj" fmla="val 58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0" name="Shape 15">
            <a:hlinkClick r:id="rId10" tooltip="" action="ppaction://hlinksldjump"/>
          </p:cNvPr>
          <p:cNvSpPr/>
          <p:nvPr/>
        </p:nvSpPr>
        <p:spPr>
          <a:xfrm>
            <a:off x="928116" y="4114800"/>
            <a:ext cx="4937760" cy="2194560"/>
          </a:xfrm>
          <a:prstGeom prst="roundRect">
            <a:avLst>
              <a:gd name="adj" fmla="val 75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6">
            <a:hlinkClick r:id="rId11" tooltip="" action="ppaction://hlinksldjump"/>
          </p:cNvPr>
          <p:cNvSpPr/>
          <p:nvPr/>
        </p:nvSpPr>
        <p:spPr>
          <a:xfrm>
            <a:off x="928116" y="4343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 – A – T</a:t>
            </a:r>
            <a:endParaRPr lang="en-US" sz="3000" dirty="0"/>
          </a:p>
        </p:txBody>
      </p:sp>
      <p:sp>
        <p:nvSpPr>
          <p:cNvPr id="22" name="Text 17">
            <a:hlinkClick r:id="rId12" tooltip="" action="ppaction://hlinksldjump"/>
          </p:cNvPr>
          <p:cNvSpPr/>
          <p:nvPr/>
        </p:nvSpPr>
        <p:spPr>
          <a:xfrm>
            <a:off x="928116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none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SAT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6323076" y="4114800"/>
            <a:ext cx="4937760" cy="2194560"/>
          </a:xfrm>
          <a:prstGeom prst="roundRect">
            <a:avLst>
              <a:gd name="adj" fmla="val 58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4" name="Shape 19">
            <a:hlinkClick r:id="rId13" tooltip="" action="ppaction://hlinksldjump"/>
          </p:cNvPr>
          <p:cNvSpPr/>
          <p:nvPr/>
        </p:nvSpPr>
        <p:spPr>
          <a:xfrm>
            <a:off x="6323076" y="4114800"/>
            <a:ext cx="4937760" cy="2194560"/>
          </a:xfrm>
          <a:prstGeom prst="roundRect">
            <a:avLst>
              <a:gd name="adj" fmla="val 75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0">
            <a:hlinkClick r:id="rId14" tooltip="" action="ppaction://hlinksldjump"/>
          </p:cNvPr>
          <p:cNvSpPr/>
          <p:nvPr/>
        </p:nvSpPr>
        <p:spPr>
          <a:xfrm>
            <a:off x="6323076" y="4343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– S – T</a:t>
            </a:r>
            <a:endParaRPr lang="en-US" sz="3000" dirty="0"/>
          </a:p>
        </p:txBody>
      </p:sp>
      <p:sp>
        <p:nvSpPr>
          <p:cNvPr id="26" name="Text 21">
            <a:hlinkClick r:id="rId15" tooltip="" action="ppaction://hlinksldjump"/>
          </p:cNvPr>
          <p:cNvSpPr/>
          <p:nvPr/>
        </p:nvSpPr>
        <p:spPr>
          <a:xfrm>
            <a:off x="6323076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none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AST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6612" y="950976"/>
            <a:ext cx="2395728" cy="23957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1005840"/>
            <a:ext cx="2286000" cy="228600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69964" y="2624328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0" y="3977640"/>
            <a:ext cx="6702552" cy="1051560"/>
          </a:xfrm>
          <a:prstGeom prst="roundRect">
            <a:avLst>
              <a:gd name="adj" fmla="val 12174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017520" y="411480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yet — listen again! You're getting closer. Mistakes help us learn.”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743200" y="3364992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the Motivator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0" y="4114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Marya's Word Workshop</a:t>
            </a:r>
            <a:endParaRPr lang="en-US" sz="13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  ▶</a:t>
            </a:r>
            <a:endParaRPr lang="en-US" sz="1700" dirty="0"/>
          </a:p>
        </p:txBody>
      </p:sp>
      <p:sp>
        <p:nvSpPr>
          <p:cNvPr id="11" name="Shape 7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2" name="Text 8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Mahir's Treasure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 — prove you know your sounds!</a:t>
            </a:r>
            <a:endParaRPr lang="en-US" sz="1400" dirty="0"/>
          </a:p>
        </p:txBody>
      </p:sp>
      <p:sp>
        <p:nvSpPr>
          <p:cNvPr id="4" name="Shape 2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" y="122529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7" name="Image 0" descr="assets/Mahir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80160"/>
            <a:ext cx="1737360" cy="1737360"/>
          </a:xfrm>
          <a:prstGeom prst="ellipse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39696" y="2459736"/>
            <a:ext cx="420624" cy="420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34640" y="1280160"/>
            <a:ext cx="8686800" cy="1417320"/>
          </a:xfrm>
          <a:prstGeom prst="roundRect">
            <a:avLst>
              <a:gd name="adj" fmla="val 9032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108960" y="141732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Mahir: “One last challenge, Explorer! Are these two sounds the same, or different?”</a:t>
            </a:r>
            <a:endParaRPr lang="en-US" sz="1600" dirty="0"/>
          </a:p>
        </p:txBody>
      </p:sp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94660" y="2857500"/>
            <a:ext cx="59436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336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/s/</a:t>
            </a:r>
            <a:endParaRPr lang="en-US" sz="2200" dirty="0"/>
          </a:p>
        </p:txBody>
      </p:sp>
      <p:pic>
        <p:nvPicPr>
          <p:cNvPr id="12" name="Media 2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823460" y="2857500"/>
            <a:ext cx="594360" cy="59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5216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/m/</a:t>
            </a:r>
            <a:endParaRPr lang="en-US" sz="2200" dirty="0"/>
          </a:p>
        </p:txBody>
      </p:sp>
      <p:sp>
        <p:nvSpPr>
          <p:cNvPr id="15" name="Shape 9">
            <a:hlinkClick r:id="rId13" tooltip="" action="ppaction://hlinksldjump"/>
          </p:cNvPr>
          <p:cNvSpPr/>
          <p:nvPr/>
        </p:nvSpPr>
        <p:spPr>
          <a:xfrm>
            <a:off x="928116" y="4206240"/>
            <a:ext cx="493776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6" name="Text 10">
            <a:hlinkClick r:id="rId14" tooltip="" action="ppaction://hlinksldjump"/>
          </p:cNvPr>
          <p:cNvSpPr/>
          <p:nvPr/>
        </p:nvSpPr>
        <p:spPr>
          <a:xfrm>
            <a:off x="928116" y="42062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SAME</a:t>
            </a:r>
            <a:endParaRPr lang="en-US" sz="3400" dirty="0"/>
          </a:p>
        </p:txBody>
      </p:sp>
      <p:sp>
        <p:nvSpPr>
          <p:cNvPr id="17" name="Shape 11">
            <a:hlinkClick r:id="rId15" tooltip="" action="ppaction://hlinksldjump"/>
          </p:cNvPr>
          <p:cNvSpPr/>
          <p:nvPr/>
        </p:nvSpPr>
        <p:spPr>
          <a:xfrm>
            <a:off x="6323076" y="4206240"/>
            <a:ext cx="4937760" cy="2286000"/>
          </a:xfrm>
          <a:prstGeom prst="roundRect">
            <a:avLst>
              <a:gd name="adj" fmla="val 7200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01600" dist="50800" dir="5400000">
              <a:srgbClr val="1A0F2B">
                <a:alpha val="35000"/>
              </a:srgbClr>
            </a:outerShdw>
          </a:effectLst>
        </p:spPr>
      </p:sp>
      <p:sp>
        <p:nvSpPr>
          <p:cNvPr id="18" name="Text 12">
            <a:hlinkClick r:id="rId16" tooltip="" action="ppaction://hlinksldjump"/>
          </p:cNvPr>
          <p:cNvSpPr/>
          <p:nvPr/>
        </p:nvSpPr>
        <p:spPr>
          <a:xfrm>
            <a:off x="6323076" y="42062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u="none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DIFFERENT</a:t>
            </a:r>
            <a:endParaRPr lang="en-US" sz="3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6612" y="950976"/>
            <a:ext cx="2395728" cy="23957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1005840"/>
            <a:ext cx="2286000" cy="228600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69964" y="2624328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0" y="3977640"/>
            <a:ext cx="6702552" cy="1051560"/>
          </a:xfrm>
          <a:prstGeom prst="roundRect">
            <a:avLst>
              <a:gd name="adj" fmla="val 12174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017520" y="411480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yet — listen again! You're getting closer. Mistakes help us learn.”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743200" y="3364992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the Motivator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0" y="41148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Mahir's Treasure Gate</a:t>
            </a:r>
            <a:endParaRPr lang="en-US" sz="1300" dirty="0"/>
          </a:p>
        </p:txBody>
      </p:sp>
      <p:sp>
        <p:nvSpPr>
          <p:cNvPr id="9" name="Shape 5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0" name="Text 6">
            <a:hlinkClick r:id="rId6" tooltip="" action="ppaction://hlinksldjump"/>
          </p:cNvPr>
          <p:cNvSpPr/>
          <p:nvPr/>
        </p:nvSpPr>
        <p:spPr>
          <a:xfrm>
            <a:off x="4261104" y="5349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  ▶</a:t>
            </a:r>
            <a:endParaRPr lang="en-US" sz="1700" dirty="0"/>
          </a:p>
        </p:txBody>
      </p:sp>
      <p:sp>
        <p:nvSpPr>
          <p:cNvPr id="11" name="Shape 7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2" name="Text 8">
            <a:hlinkClick r:id="rId7" tooltip="" action="ppaction://hlinksldjump"/>
          </p:cNvPr>
          <p:cNvSpPr/>
          <p:nvPr/>
        </p:nvSpPr>
        <p:spPr>
          <a:xfrm>
            <a:off x="10561320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the Treasure!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Mahir: “We did it, Explorer! Look what we found!”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25296" y="1362456"/>
            <a:ext cx="1572768" cy="15727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5" name="Image 0" descr="assets/Mahir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1463040" cy="14630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77056" y="1362456"/>
            <a:ext cx="1572768" cy="15727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7" name="Image 1" descr="assets/Ma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17320"/>
            <a:ext cx="1463040" cy="146304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28816" y="1362456"/>
            <a:ext cx="1572768" cy="15727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9" name="Image 2" descr="assets/Marya_ava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417320"/>
            <a:ext cx="1463040" cy="1463040"/>
          </a:xfrm>
          <a:prstGeom prst="ellipse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80576" y="1362456"/>
            <a:ext cx="1572768" cy="15727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1" name="Image 3" descr="assets/Malik_ava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417320"/>
            <a:ext cx="1463040" cy="1463040"/>
          </a:xfrm>
          <a:prstGeom prst="ellipse">
            <a:avLst/>
          </a:prstGeom>
        </p:spPr>
      </p:pic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240280" y="2377440"/>
            <a:ext cx="420624" cy="42062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90956" y="324612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4" name="Text 7"/>
          <p:cNvSpPr/>
          <p:nvPr/>
        </p:nvSpPr>
        <p:spPr>
          <a:xfrm>
            <a:off x="790956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★</a:t>
            </a:r>
            <a:endParaRPr lang="en-US" sz="4400" dirty="0"/>
          </a:p>
        </p:txBody>
      </p:sp>
      <p:sp>
        <p:nvSpPr>
          <p:cNvPr id="15" name="Text 8"/>
          <p:cNvSpPr/>
          <p:nvPr/>
        </p:nvSpPr>
        <p:spPr>
          <a:xfrm>
            <a:off x="790956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Explorer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4448556" y="324612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448556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★</a:t>
            </a:r>
            <a:endParaRPr lang="en-US" sz="4400" dirty="0"/>
          </a:p>
        </p:txBody>
      </p:sp>
      <p:sp>
        <p:nvSpPr>
          <p:cNvPr id="18" name="Text 11"/>
          <p:cNvSpPr/>
          <p:nvPr/>
        </p:nvSpPr>
        <p:spPr>
          <a:xfrm>
            <a:off x="4448556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Builder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8106156" y="324612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8106156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★</a:t>
            </a:r>
            <a:endParaRPr lang="en-US" sz="4400" dirty="0"/>
          </a:p>
        </p:txBody>
      </p:sp>
      <p:sp>
        <p:nvSpPr>
          <p:cNvPr id="21" name="Text 14"/>
          <p:cNvSpPr/>
          <p:nvPr/>
        </p:nvSpPr>
        <p:spPr>
          <a:xfrm>
            <a:off x="8106156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 Hunter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4864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Stars Earned: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1148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★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4626864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★</a:t>
            </a:r>
            <a:endParaRPr lang="en-US" sz="2400" dirty="0"/>
          </a:p>
        </p:txBody>
      </p:sp>
      <p:sp>
        <p:nvSpPr>
          <p:cNvPr id="25" name="Text 18"/>
          <p:cNvSpPr/>
          <p:nvPr/>
        </p:nvSpPr>
        <p:spPr>
          <a:xfrm>
            <a:off x="5138928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★</a:t>
            </a:r>
            <a:endParaRPr lang="en-US" sz="2400" dirty="0"/>
          </a:p>
        </p:txBody>
      </p:sp>
      <p:sp>
        <p:nvSpPr>
          <p:cNvPr id="26" name="Shape 19">
            <a:hlinkClick r:id="rId9" tooltip="" action="ppaction://hlinksldjump"/>
          </p:cNvPr>
          <p:cNvSpPr/>
          <p:nvPr/>
        </p:nvSpPr>
        <p:spPr>
          <a:xfrm>
            <a:off x="8138160" y="5989320"/>
            <a:ext cx="3502152" cy="594360"/>
          </a:xfrm>
          <a:prstGeom prst="roundRect">
            <a:avLst>
              <a:gd name="adj" fmla="val 15385"/>
            </a:avLst>
          </a:prstGeom>
          <a:solidFill>
            <a:srgbClr val="5B3A8E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27" name="Text 20">
            <a:hlinkClick r:id="rId9" tooltip="" action="ppaction://hlinksldjump"/>
          </p:cNvPr>
          <p:cNvSpPr/>
          <p:nvPr/>
        </p:nvSpPr>
        <p:spPr>
          <a:xfrm>
            <a:off x="8138160" y="598932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▶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6572" y="1225296"/>
            <a:ext cx="3035808" cy="30358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3" name="Image 0" descr="assets/Malik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1280160"/>
            <a:ext cx="2926080" cy="2926080"/>
          </a:xfrm>
          <a:prstGeom prst="ellipse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61988" y="3410712"/>
            <a:ext cx="420624" cy="420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560320" y="4572000"/>
            <a:ext cx="7068312" cy="1371600"/>
          </a:xfrm>
          <a:prstGeom prst="roundRect">
            <a:avLst>
              <a:gd name="adj" fmla="val 9333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2834640" y="4709160"/>
            <a:ext cx="6519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Malik: “You kept going, and you did it! I'm SO proud of you! Every try made you stronger.”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أنا فخور بك جداً!</a:t>
            </a:r>
            <a:endParaRPr lang="en-US" sz="1600" dirty="0"/>
          </a:p>
        </p:txBody>
      </p:sp>
      <p:sp>
        <p:nvSpPr>
          <p:cNvPr id="7" name="Shape 3">
            <a:hlinkClick r:id="rId6" tooltip="" action="ppaction://hlinksldjump"/>
          </p:cNvPr>
          <p:cNvSpPr/>
          <p:nvPr/>
        </p:nvSpPr>
        <p:spPr>
          <a:xfrm>
            <a:off x="4443984" y="617220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5B3A8E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8" name="Text 4">
            <a:hlinkClick r:id="rId6" tooltip="" action="ppaction://hlinksldjump"/>
          </p:cNvPr>
          <p:cNvSpPr/>
          <p:nvPr/>
        </p:nvSpPr>
        <p:spPr>
          <a:xfrm>
            <a:off x="4443984" y="6172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▶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Adventure, Explorer!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19656" y="172821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4" name="Image 0" descr="assets/Mahir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783080"/>
            <a:ext cx="1737360" cy="173736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05656" y="172821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6" name="Image 1" descr="assets/Maya_ava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783080"/>
            <a:ext cx="1737360" cy="1737360"/>
          </a:xfrm>
          <a:prstGeom prst="ellipse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91656" y="172821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8" name="Image 2" descr="assets/Marya_ava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83080"/>
            <a:ext cx="1737360" cy="1737360"/>
          </a:xfrm>
          <a:prstGeom prst="ellipse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677656" y="1728216"/>
            <a:ext cx="1847088" cy="1847088"/>
          </a:xfrm>
          <a:prstGeom prst="ellipse">
            <a:avLst/>
          </a:prstGeom>
          <a:solidFill>
            <a:srgbClr val="D9A441"/>
          </a:solidFill>
          <a:ln/>
          <a:effectLst>
            <a:outerShdw sx="100000" sy="100000" kx="0" ky="0" algn="bl" rotWithShape="0" blurRad="88900" dist="38100" dir="5400000">
              <a:srgbClr val="1A0F2B">
                <a:alpha val="40000"/>
              </a:srgbClr>
            </a:outerShdw>
          </a:effectLst>
        </p:spPr>
      </p:sp>
      <p:pic>
        <p:nvPicPr>
          <p:cNvPr id="10" name="Image 3" descr="assets/Malik_ava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783080"/>
            <a:ext cx="1737360" cy="1737360"/>
          </a:xfrm>
          <a:prstGeom prst="ellipse">
            <a:avLst/>
          </a:prstGeom>
        </p:spPr>
      </p:pic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54096" y="2962656"/>
            <a:ext cx="420624" cy="42062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2286000" y="4206240"/>
            <a:ext cx="7616952" cy="822960"/>
          </a:xfrm>
          <a:prstGeom prst="roundRect">
            <a:avLst>
              <a:gd name="adj" fmla="val 15556"/>
            </a:avLst>
          </a:prstGeom>
          <a:solidFill>
            <a:srgbClr val="F5EFDD"/>
          </a:solidFill>
          <a:ln/>
          <a:effectLst>
            <a:outerShdw sx="100000" sy="100000" kx="0" ky="0" algn="bl" rotWithShape="0" blurRad="114300" dist="50800" dir="5400000">
              <a:srgbClr val="1A0F2B">
                <a:alpha val="32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2560320" y="4343400"/>
            <a:ext cx="7068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“Ready to play again, or explore something new?”</a:t>
            </a:r>
            <a:endParaRPr lang="en-US" sz="1500" dirty="0"/>
          </a:p>
        </p:txBody>
      </p:sp>
      <p:sp>
        <p:nvSpPr>
          <p:cNvPr id="14" name="Shape 7">
            <a:hlinkClick r:id="rId9" tooltip="" action="ppaction://hlinksldjump"/>
          </p:cNvPr>
          <p:cNvSpPr/>
          <p:nvPr/>
        </p:nvSpPr>
        <p:spPr>
          <a:xfrm>
            <a:off x="2194560" y="548640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5" name="Text 8">
            <a:hlinkClick r:id="rId9" tooltip="" action="ppaction://hlinksldjump"/>
          </p:cNvPr>
          <p:cNvSpPr/>
          <p:nvPr/>
        </p:nvSpPr>
        <p:spPr>
          <a:xfrm>
            <a:off x="2194560" y="5486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 AGAIN  ▶</a:t>
            </a:r>
            <a:endParaRPr lang="en-US" sz="1600" dirty="0"/>
          </a:p>
        </p:txBody>
      </p:sp>
      <p:sp>
        <p:nvSpPr>
          <p:cNvPr id="16" name="Shape 9">
            <a:hlinkClick r:id="rId10" tooltip="" action="ppaction://hlinksldjump"/>
          </p:cNvPr>
          <p:cNvSpPr/>
          <p:nvPr/>
        </p:nvSpPr>
        <p:spPr>
          <a:xfrm>
            <a:off x="6400800" y="548640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0F2B">
                <a:alpha val="40000"/>
              </a:srgbClr>
            </a:outerShdw>
          </a:effectLst>
        </p:spPr>
      </p:sp>
      <p:sp>
        <p:nvSpPr>
          <p:cNvPr id="17" name="Text 10">
            <a:hlinkClick r:id="rId10" tooltip="" action="ppaction://hlinksldjump"/>
          </p:cNvPr>
          <p:cNvSpPr/>
          <p:nvPr/>
        </p:nvSpPr>
        <p:spPr>
          <a:xfrm>
            <a:off x="6400800" y="5486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2026-08-08T17:42:50Z</dcterms:created>
  <dcterms:modified xsi:type="dcterms:W3CDTF">2026-08-08T17:42:50Z</dcterms:modified>
</cp:coreProperties>
</file>